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Override PartName="/ppt/_rels/presentation.xml.rels" ContentType="application/vnd.openxmlformats-package.relationships+xml"/>
  <Override PartName="/ppt/media/image1.wmf" ContentType="image/x-wmf"/>
  <Override PartName="/ppt/media/image2.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2801600" cy="96012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61280" y="511200"/>
            <a:ext cx="2759040" cy="8135280"/>
          </a:xfrm>
          <a:prstGeom prst="rect">
            <a:avLst/>
          </a:prstGeom>
          <a:noFill/>
          <a:ln w="0">
            <a:noFill/>
          </a:ln>
        </p:spPr>
        <p:txBody>
          <a:bodyPr lIns="91440" rIns="91440" tIns="45720" bIns="45720" anchor="ctr" vert="eaVert">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1" name="PlaceHolder 2"/>
          <p:cNvSpPr>
            <a:spLocks noGrp="1"/>
          </p:cNvSpPr>
          <p:nvPr>
            <p:ph type="body"/>
          </p:nvPr>
        </p:nvSpPr>
        <p:spPr>
          <a:xfrm>
            <a:off x="880200" y="511200"/>
            <a:ext cx="8119440" cy="8135280"/>
          </a:xfrm>
          <a:prstGeom prst="rect">
            <a:avLst/>
          </a:prstGeom>
          <a:noFill/>
          <a:ln w="0">
            <a:noFill/>
          </a:ln>
        </p:spPr>
        <p:txBody>
          <a:bodyPr lIns="91440" rIns="91440" tIns="45720" bIns="45720" anchor="t" vert="eaVe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2" name="PlaceHolder 3"/>
          <p:cNvSpPr>
            <a:spLocks noGrp="1"/>
          </p:cNvSpPr>
          <p:nvPr>
            <p:ph type="dt" idx="1"/>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3" name="PlaceHolder 4"/>
          <p:cNvSpPr>
            <a:spLocks noGrp="1"/>
          </p:cNvSpPr>
          <p:nvPr>
            <p:ph type="ftr" idx="2"/>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BA4C43E4-DDBC-431D-8034-2220650585A0}"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80200" y="511200"/>
            <a:ext cx="11040120" cy="1854360"/>
          </a:xfrm>
          <a:prstGeom prst="rect">
            <a:avLst/>
          </a:prstGeom>
          <a:noFill/>
          <a:ln w="0">
            <a:noFill/>
          </a:ln>
        </p:spPr>
        <p:txBody>
          <a:bodyPr lIns="91440" rIns="91440" tIns="45720" bIns="45720" anchor="ctr">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6" name="PlaceHolder 2"/>
          <p:cNvSpPr>
            <a:spLocks noGrp="1"/>
          </p:cNvSpPr>
          <p:nvPr>
            <p:ph type="body"/>
          </p:nvPr>
        </p:nvSpPr>
        <p:spPr>
          <a:xfrm>
            <a:off x="880200" y="2556000"/>
            <a:ext cx="11040120" cy="609048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7" name="PlaceHolder 3"/>
          <p:cNvSpPr>
            <a:spLocks noGrp="1"/>
          </p:cNvSpPr>
          <p:nvPr>
            <p:ph type="dt" idx="4"/>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8" name="PlaceHolder 4"/>
          <p:cNvSpPr>
            <a:spLocks noGrp="1"/>
          </p:cNvSpPr>
          <p:nvPr>
            <p:ph type="ftr" idx="5"/>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 name="PlaceHolder 5"/>
          <p:cNvSpPr>
            <a:spLocks noGrp="1"/>
          </p:cNvSpPr>
          <p:nvPr>
            <p:ph type="sldNum" idx="6"/>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01EB775E-6C93-446A-A4C9-0FFB8D4938A5}"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3360" y="2393640"/>
            <a:ext cx="11040120" cy="3992400"/>
          </a:xfrm>
          <a:prstGeom prst="rect">
            <a:avLst/>
          </a:prstGeom>
          <a:noFill/>
          <a:ln w="0">
            <a:noFill/>
          </a:ln>
        </p:spPr>
        <p:txBody>
          <a:bodyPr lIns="91440" rIns="91440" tIns="45720" bIns="45720" anchor="b">
            <a:noAutofit/>
          </a:bodyPr>
          <a:p>
            <a:pPr indent="0" defTabSz="1280160">
              <a:lnSpc>
                <a:spcPct val="90000"/>
              </a:lnSpc>
              <a:buNone/>
              <a:tabLst>
                <a:tab algn="l" pos="0"/>
              </a:tabLst>
            </a:pPr>
            <a:r>
              <a:rPr b="0" lang="fr-FR" sz="8400" strike="noStrike" u="none">
                <a:solidFill>
                  <a:schemeClr val="dk1"/>
                </a:solidFill>
                <a:effectLst/>
                <a:uFillTx/>
                <a:latin typeface="Arial"/>
              </a:rPr>
              <a:t>Modifiez le style du titre</a:t>
            </a:r>
            <a:endParaRPr b="0" lang="en-US" sz="8400" strike="noStrike" u="none">
              <a:solidFill>
                <a:srgbClr val="000000"/>
              </a:solidFill>
              <a:effectLst/>
              <a:uFillTx/>
              <a:latin typeface="Arial"/>
            </a:endParaRPr>
          </a:p>
        </p:txBody>
      </p:sp>
      <p:sp>
        <p:nvSpPr>
          <p:cNvPr id="11" name="PlaceHolder 2"/>
          <p:cNvSpPr>
            <a:spLocks noGrp="1"/>
          </p:cNvSpPr>
          <p:nvPr>
            <p:ph type="body"/>
          </p:nvPr>
        </p:nvSpPr>
        <p:spPr>
          <a:xfrm>
            <a:off x="873360" y="6425280"/>
            <a:ext cx="11040120" cy="2098800"/>
          </a:xfrm>
          <a:prstGeom prst="rect">
            <a:avLst/>
          </a:prstGeom>
          <a:noFill/>
          <a:ln w="0">
            <a:noFill/>
          </a:ln>
        </p:spPr>
        <p:txBody>
          <a:bodyPr lIns="91440" rIns="91440" tIns="45720" bIns="45720" anchor="t">
            <a:noAutofit/>
          </a:bodyPr>
          <a:p>
            <a:pPr indent="0" defTabSz="1280160">
              <a:lnSpc>
                <a:spcPct val="90000"/>
              </a:lnSpc>
              <a:spcBef>
                <a:spcPts val="1400"/>
              </a:spcBef>
              <a:buNone/>
              <a:tabLst>
                <a:tab algn="l" pos="0"/>
              </a:tabLst>
            </a:pPr>
            <a:r>
              <a:rPr b="0" lang="fr-FR" sz="3359" strike="noStrike" u="none">
                <a:solidFill>
                  <a:schemeClr val="dk1">
                    <a:tint val="82000"/>
                  </a:schemeClr>
                </a:solidFill>
                <a:effectLst/>
                <a:uFillTx/>
                <a:latin typeface="Arial"/>
              </a:rPr>
              <a:t>Cliquez pour modifier les styles du texte du masque</a:t>
            </a:r>
            <a:endParaRPr b="0" lang="en-US" sz="3359" strike="noStrike" u="none">
              <a:solidFill>
                <a:srgbClr val="000000"/>
              </a:solidFill>
              <a:effectLst/>
              <a:uFillTx/>
              <a:latin typeface="Arial"/>
            </a:endParaRPr>
          </a:p>
        </p:txBody>
      </p:sp>
      <p:sp>
        <p:nvSpPr>
          <p:cNvPr id="12" name="PlaceHolder 3"/>
          <p:cNvSpPr>
            <a:spLocks noGrp="1"/>
          </p:cNvSpPr>
          <p:nvPr>
            <p:ph type="dt" idx="7"/>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13" name="PlaceHolder 4"/>
          <p:cNvSpPr>
            <a:spLocks noGrp="1"/>
          </p:cNvSpPr>
          <p:nvPr>
            <p:ph type="ftr" idx="8"/>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4" name="PlaceHolder 5"/>
          <p:cNvSpPr>
            <a:spLocks noGrp="1"/>
          </p:cNvSpPr>
          <p:nvPr>
            <p:ph type="sldNum" idx="9"/>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DD020A3B-E95A-4327-AC45-DDFDE2D01E5D}"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rgbClr val="ffffff"/>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80200" y="511200"/>
            <a:ext cx="11040120" cy="1854360"/>
          </a:xfrm>
          <a:prstGeom prst="rect">
            <a:avLst/>
          </a:prstGeom>
          <a:noFill/>
          <a:ln w="0">
            <a:noFill/>
          </a:ln>
        </p:spPr>
        <p:txBody>
          <a:bodyPr lIns="91440" rIns="91440" tIns="45720" bIns="45720" anchor="ctr">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16" name="PlaceHolder 2"/>
          <p:cNvSpPr>
            <a:spLocks noGrp="1"/>
          </p:cNvSpPr>
          <p:nvPr>
            <p:ph type="body"/>
          </p:nvPr>
        </p:nvSpPr>
        <p:spPr>
          <a:xfrm>
            <a:off x="880200" y="2556000"/>
            <a:ext cx="5439240" cy="609048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17" name="PlaceHolder 3"/>
          <p:cNvSpPr>
            <a:spLocks noGrp="1"/>
          </p:cNvSpPr>
          <p:nvPr>
            <p:ph type="body"/>
          </p:nvPr>
        </p:nvSpPr>
        <p:spPr>
          <a:xfrm>
            <a:off x="6480720" y="2556000"/>
            <a:ext cx="5439240" cy="609048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18" name="PlaceHolder 4"/>
          <p:cNvSpPr>
            <a:spLocks noGrp="1"/>
          </p:cNvSpPr>
          <p:nvPr>
            <p:ph type="dt" idx="10"/>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19" name="PlaceHolder 5"/>
          <p:cNvSpPr>
            <a:spLocks noGrp="1"/>
          </p:cNvSpPr>
          <p:nvPr>
            <p:ph type="ftr" idx="11"/>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 name="PlaceHolder 6"/>
          <p:cNvSpPr>
            <a:spLocks noGrp="1"/>
          </p:cNvSpPr>
          <p:nvPr>
            <p:ph type="sldNum" idx="12"/>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F7CBFB56-64B8-4505-AD09-E88D3D85BBDB}"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81640" y="511200"/>
            <a:ext cx="11040120" cy="1854360"/>
          </a:xfrm>
          <a:prstGeom prst="rect">
            <a:avLst/>
          </a:prstGeom>
          <a:noFill/>
          <a:ln w="0">
            <a:noFill/>
          </a:ln>
        </p:spPr>
        <p:txBody>
          <a:bodyPr lIns="91440" rIns="91440" tIns="45720" bIns="45720" anchor="ctr">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22" name="PlaceHolder 2"/>
          <p:cNvSpPr>
            <a:spLocks noGrp="1"/>
          </p:cNvSpPr>
          <p:nvPr>
            <p:ph type="body"/>
          </p:nvPr>
        </p:nvSpPr>
        <p:spPr>
          <a:xfrm>
            <a:off x="881640" y="2353680"/>
            <a:ext cx="5414400" cy="1152000"/>
          </a:xfrm>
          <a:prstGeom prst="rect">
            <a:avLst/>
          </a:prstGeom>
          <a:noFill/>
          <a:ln w="0">
            <a:noFill/>
          </a:ln>
        </p:spPr>
        <p:txBody>
          <a:bodyPr lIns="91440" rIns="91440" tIns="45720" bIns="45720" anchor="b">
            <a:noAutofit/>
          </a:bodyPr>
          <a:p>
            <a:pPr indent="0" defTabSz="1280160">
              <a:lnSpc>
                <a:spcPct val="90000"/>
              </a:lnSpc>
              <a:spcBef>
                <a:spcPts val="1400"/>
              </a:spcBef>
              <a:buNone/>
              <a:tabLst>
                <a:tab algn="l" pos="0"/>
              </a:tabLst>
            </a:pPr>
            <a:r>
              <a:rPr b="1" lang="fr-FR" sz="3359" strike="noStrike" u="none">
                <a:solidFill>
                  <a:schemeClr val="dk1"/>
                </a:solidFill>
                <a:effectLst/>
                <a:uFillTx/>
                <a:latin typeface="Arial"/>
              </a:rPr>
              <a:t>Cliquez pour modifier les styles du texte du masque</a:t>
            </a:r>
            <a:endParaRPr b="0" lang="en-US" sz="3359" strike="noStrike" u="none">
              <a:solidFill>
                <a:srgbClr val="000000"/>
              </a:solidFill>
              <a:effectLst/>
              <a:uFillTx/>
              <a:latin typeface="Arial"/>
            </a:endParaRPr>
          </a:p>
        </p:txBody>
      </p:sp>
      <p:sp>
        <p:nvSpPr>
          <p:cNvPr id="23" name="PlaceHolder 3"/>
          <p:cNvSpPr>
            <a:spLocks noGrp="1"/>
          </p:cNvSpPr>
          <p:nvPr>
            <p:ph type="body"/>
          </p:nvPr>
        </p:nvSpPr>
        <p:spPr>
          <a:xfrm>
            <a:off x="881640" y="3507120"/>
            <a:ext cx="5414400" cy="515700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24" name="PlaceHolder 4"/>
          <p:cNvSpPr>
            <a:spLocks noGrp="1"/>
          </p:cNvSpPr>
          <p:nvPr>
            <p:ph type="body"/>
          </p:nvPr>
        </p:nvSpPr>
        <p:spPr>
          <a:xfrm>
            <a:off x="6480720" y="2353680"/>
            <a:ext cx="5441040" cy="1152000"/>
          </a:xfrm>
          <a:prstGeom prst="rect">
            <a:avLst/>
          </a:prstGeom>
          <a:noFill/>
          <a:ln w="0">
            <a:noFill/>
          </a:ln>
        </p:spPr>
        <p:txBody>
          <a:bodyPr lIns="91440" rIns="91440" tIns="45720" bIns="45720" anchor="b">
            <a:noAutofit/>
          </a:bodyPr>
          <a:p>
            <a:pPr indent="0" defTabSz="1280160">
              <a:lnSpc>
                <a:spcPct val="90000"/>
              </a:lnSpc>
              <a:spcBef>
                <a:spcPts val="1400"/>
              </a:spcBef>
              <a:buNone/>
              <a:tabLst>
                <a:tab algn="l" pos="0"/>
              </a:tabLst>
            </a:pPr>
            <a:r>
              <a:rPr b="1" lang="fr-FR" sz="3359" strike="noStrike" u="none">
                <a:solidFill>
                  <a:schemeClr val="dk1"/>
                </a:solidFill>
                <a:effectLst/>
                <a:uFillTx/>
                <a:latin typeface="Arial"/>
              </a:rPr>
              <a:t>Cliquez pour modifier les styles du texte du masque</a:t>
            </a:r>
            <a:endParaRPr b="0" lang="en-US" sz="3359" strike="noStrike" u="none">
              <a:solidFill>
                <a:srgbClr val="000000"/>
              </a:solidFill>
              <a:effectLst/>
              <a:uFillTx/>
              <a:latin typeface="Arial"/>
            </a:endParaRPr>
          </a:p>
        </p:txBody>
      </p:sp>
      <p:sp>
        <p:nvSpPr>
          <p:cNvPr id="25" name="PlaceHolder 5"/>
          <p:cNvSpPr>
            <a:spLocks noGrp="1"/>
          </p:cNvSpPr>
          <p:nvPr>
            <p:ph type="body"/>
          </p:nvPr>
        </p:nvSpPr>
        <p:spPr>
          <a:xfrm>
            <a:off x="6480720" y="3507120"/>
            <a:ext cx="5441040" cy="515700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26" name="PlaceHolder 6"/>
          <p:cNvSpPr>
            <a:spLocks noGrp="1"/>
          </p:cNvSpPr>
          <p:nvPr>
            <p:ph type="dt" idx="13"/>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27" name="PlaceHolder 7"/>
          <p:cNvSpPr>
            <a:spLocks noGrp="1"/>
          </p:cNvSpPr>
          <p:nvPr>
            <p:ph type="ftr" idx="14"/>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8" name="PlaceHolder 8"/>
          <p:cNvSpPr>
            <a:spLocks noGrp="1"/>
          </p:cNvSpPr>
          <p:nvPr>
            <p:ph type="sldNum" idx="15"/>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60F7C054-2F22-45E1-9FEF-408C59B1C240}"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80200" y="511200"/>
            <a:ext cx="11040120" cy="1854360"/>
          </a:xfrm>
          <a:prstGeom prst="rect">
            <a:avLst/>
          </a:prstGeom>
          <a:noFill/>
          <a:ln w="0">
            <a:noFill/>
          </a:ln>
        </p:spPr>
        <p:txBody>
          <a:bodyPr lIns="91440" rIns="91440" tIns="45720" bIns="45720" anchor="ctr">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30" name="PlaceHolder 2"/>
          <p:cNvSpPr>
            <a:spLocks noGrp="1"/>
          </p:cNvSpPr>
          <p:nvPr>
            <p:ph type="dt" idx="16"/>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31" name="PlaceHolder 3"/>
          <p:cNvSpPr>
            <a:spLocks noGrp="1"/>
          </p:cNvSpPr>
          <p:nvPr>
            <p:ph type="ftr" idx="17"/>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2" name="PlaceHolder 4"/>
          <p:cNvSpPr>
            <a:spLocks noGrp="1"/>
          </p:cNvSpPr>
          <p:nvPr>
            <p:ph type="sldNum" idx="18"/>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108022C0-BB81-4E5D-A875-245DCDEC1DE7}"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dt" idx="19"/>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34" name="PlaceHolder 2"/>
          <p:cNvSpPr>
            <a:spLocks noGrp="1"/>
          </p:cNvSpPr>
          <p:nvPr>
            <p:ph type="ftr" idx="20"/>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5" name="PlaceHolder 3"/>
          <p:cNvSpPr>
            <a:spLocks noGrp="1"/>
          </p:cNvSpPr>
          <p:nvPr>
            <p:ph type="sldNum" idx="21"/>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E1DB87FC-9338-4FF8-8447-EC083EB1E558}"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rgbClr val="ffffff"/>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81640" y="640080"/>
            <a:ext cx="4127400" cy="2238840"/>
          </a:xfrm>
          <a:prstGeom prst="rect">
            <a:avLst/>
          </a:prstGeom>
          <a:noFill/>
          <a:ln w="0">
            <a:noFill/>
          </a:ln>
        </p:spPr>
        <p:txBody>
          <a:bodyPr lIns="91440" rIns="91440" tIns="45720" bIns="45720" anchor="b">
            <a:noAutofit/>
          </a:bodyPr>
          <a:p>
            <a:pPr indent="0" defTabSz="1280160">
              <a:lnSpc>
                <a:spcPct val="90000"/>
              </a:lnSpc>
              <a:buNone/>
              <a:tabLst>
                <a:tab algn="l" pos="0"/>
              </a:tabLst>
            </a:pPr>
            <a:r>
              <a:rPr b="0" lang="fr-FR" sz="4480" strike="noStrike" u="none">
                <a:solidFill>
                  <a:schemeClr val="dk1"/>
                </a:solidFill>
                <a:effectLst/>
                <a:uFillTx/>
                <a:latin typeface="Arial"/>
              </a:rPr>
              <a:t>Modifiez le style du titre</a:t>
            </a:r>
            <a:endParaRPr b="0" lang="en-US" sz="4480" strike="noStrike" u="none">
              <a:solidFill>
                <a:srgbClr val="000000"/>
              </a:solidFill>
              <a:effectLst/>
              <a:uFillTx/>
              <a:latin typeface="Arial"/>
            </a:endParaRPr>
          </a:p>
        </p:txBody>
      </p:sp>
      <p:sp>
        <p:nvSpPr>
          <p:cNvPr id="37" name="PlaceHolder 2"/>
          <p:cNvSpPr>
            <a:spLocks noGrp="1"/>
          </p:cNvSpPr>
          <p:nvPr>
            <p:ph type="body"/>
          </p:nvPr>
        </p:nvSpPr>
        <p:spPr>
          <a:xfrm>
            <a:off x="5442480" y="1382400"/>
            <a:ext cx="6479280" cy="6821640"/>
          </a:xfrm>
          <a:prstGeom prst="rect">
            <a:avLst/>
          </a:prstGeom>
          <a:noFill/>
          <a:ln w="0">
            <a:noFill/>
          </a:ln>
        </p:spPr>
        <p:txBody>
          <a:bodyPr lIns="91440" rIns="91440" tIns="45720" bIns="45720" anchor="t">
            <a:noAutofit/>
          </a:bodyPr>
          <a:p>
            <a:pPr marL="320040" indent="-320040" defTabSz="1280160">
              <a:lnSpc>
                <a:spcPct val="90000"/>
              </a:lnSpc>
              <a:spcBef>
                <a:spcPts val="1400"/>
              </a:spcBef>
              <a:buClr>
                <a:srgbClr val="000000"/>
              </a:buClr>
              <a:buFont typeface="Arial"/>
              <a:buChar char="•"/>
            </a:pPr>
            <a:r>
              <a:rPr b="0" lang="fr-FR" sz="4480" strike="noStrike" u="none">
                <a:solidFill>
                  <a:schemeClr val="dk1"/>
                </a:solidFill>
                <a:effectLst/>
                <a:uFillTx/>
                <a:latin typeface="Arial"/>
              </a:rPr>
              <a:t>Cliquez pour modifier les styles du texte du masque</a:t>
            </a:r>
            <a:endParaRPr b="0" lang="en-US" sz="448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920" strike="noStrike" u="none">
                <a:solidFill>
                  <a:schemeClr val="dk1"/>
                </a:solidFill>
                <a:effectLst/>
                <a:uFillTx/>
                <a:latin typeface="Arial"/>
              </a:rPr>
              <a:t>Deuxième niveau</a:t>
            </a:r>
            <a:endParaRPr b="0" lang="en-US" sz="3920"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Troisième niveau</a:t>
            </a:r>
            <a:endParaRPr b="0" lang="en-US" sz="3359"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Quatrième niveau</a:t>
            </a:r>
            <a:endParaRPr b="0" lang="en-US" sz="280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Cinquième niveau</a:t>
            </a:r>
            <a:endParaRPr b="0" lang="en-US" sz="2800" strike="noStrike" u="none">
              <a:solidFill>
                <a:srgbClr val="000000"/>
              </a:solidFill>
              <a:effectLst/>
              <a:uFillTx/>
              <a:latin typeface="Arial"/>
            </a:endParaRPr>
          </a:p>
        </p:txBody>
      </p:sp>
      <p:sp>
        <p:nvSpPr>
          <p:cNvPr id="38" name="PlaceHolder 3"/>
          <p:cNvSpPr>
            <a:spLocks noGrp="1"/>
          </p:cNvSpPr>
          <p:nvPr>
            <p:ph type="body"/>
          </p:nvPr>
        </p:nvSpPr>
        <p:spPr>
          <a:xfrm>
            <a:off x="881640" y="2880360"/>
            <a:ext cx="4127400" cy="5334840"/>
          </a:xfrm>
          <a:prstGeom prst="rect">
            <a:avLst/>
          </a:prstGeom>
          <a:noFill/>
          <a:ln w="0">
            <a:noFill/>
          </a:ln>
        </p:spPr>
        <p:txBody>
          <a:bodyPr lIns="91440" rIns="91440" tIns="45720" bIns="45720" anchor="t">
            <a:noAutofit/>
          </a:bodyPr>
          <a:p>
            <a:pPr indent="0" defTabSz="1280160">
              <a:lnSpc>
                <a:spcPct val="90000"/>
              </a:lnSpc>
              <a:spcBef>
                <a:spcPts val="1400"/>
              </a:spcBef>
              <a:buNone/>
              <a:tabLst>
                <a:tab algn="l" pos="0"/>
              </a:tabLst>
            </a:pPr>
            <a:r>
              <a:rPr b="0" lang="fr-FR" sz="2240" strike="noStrike" u="none">
                <a:solidFill>
                  <a:schemeClr val="dk1"/>
                </a:solidFill>
                <a:effectLst/>
                <a:uFillTx/>
                <a:latin typeface="Arial"/>
              </a:rPr>
              <a:t>Cliquez pour modifier les styles du texte du masque</a:t>
            </a:r>
            <a:endParaRPr b="0" lang="en-US" sz="2240" strike="noStrike" u="none">
              <a:solidFill>
                <a:srgbClr val="000000"/>
              </a:solidFill>
              <a:effectLst/>
              <a:uFillTx/>
              <a:latin typeface="Arial"/>
            </a:endParaRPr>
          </a:p>
        </p:txBody>
      </p:sp>
      <p:sp>
        <p:nvSpPr>
          <p:cNvPr id="39" name="PlaceHolder 4"/>
          <p:cNvSpPr>
            <a:spLocks noGrp="1"/>
          </p:cNvSpPr>
          <p:nvPr>
            <p:ph type="dt" idx="22"/>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40" name="PlaceHolder 5"/>
          <p:cNvSpPr>
            <a:spLocks noGrp="1"/>
          </p:cNvSpPr>
          <p:nvPr>
            <p:ph type="ftr" idx="23"/>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1" name="PlaceHolder 6"/>
          <p:cNvSpPr>
            <a:spLocks noGrp="1"/>
          </p:cNvSpPr>
          <p:nvPr>
            <p:ph type="sldNum" idx="24"/>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78AE5F0D-F2E1-4A63-B825-4596C5AFA6F6}"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81640" y="640080"/>
            <a:ext cx="4127400" cy="2238840"/>
          </a:xfrm>
          <a:prstGeom prst="rect">
            <a:avLst/>
          </a:prstGeom>
          <a:noFill/>
          <a:ln w="0">
            <a:noFill/>
          </a:ln>
        </p:spPr>
        <p:txBody>
          <a:bodyPr lIns="91440" rIns="91440" tIns="45720" bIns="45720" anchor="b">
            <a:noAutofit/>
          </a:bodyPr>
          <a:p>
            <a:pPr indent="0" defTabSz="1280160">
              <a:lnSpc>
                <a:spcPct val="90000"/>
              </a:lnSpc>
              <a:buNone/>
              <a:tabLst>
                <a:tab algn="l" pos="0"/>
              </a:tabLst>
            </a:pPr>
            <a:r>
              <a:rPr b="0" lang="fr-FR" sz="4480" strike="noStrike" u="none">
                <a:solidFill>
                  <a:schemeClr val="dk1"/>
                </a:solidFill>
                <a:effectLst/>
                <a:uFillTx/>
                <a:latin typeface="Arial"/>
              </a:rPr>
              <a:t>Modifiez le style du titre</a:t>
            </a:r>
            <a:endParaRPr b="0" lang="en-US" sz="4480" strike="noStrike" u="none">
              <a:solidFill>
                <a:srgbClr val="000000"/>
              </a:solidFill>
              <a:effectLst/>
              <a:uFillTx/>
              <a:latin typeface="Arial"/>
            </a:endParaRPr>
          </a:p>
        </p:txBody>
      </p:sp>
      <p:sp>
        <p:nvSpPr>
          <p:cNvPr id="43" name="PlaceHolder 2"/>
          <p:cNvSpPr>
            <a:spLocks noGrp="1"/>
          </p:cNvSpPr>
          <p:nvPr>
            <p:ph type="body"/>
          </p:nvPr>
        </p:nvSpPr>
        <p:spPr>
          <a:xfrm>
            <a:off x="5442480" y="1382400"/>
            <a:ext cx="6479280" cy="682164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fr-FR" sz="4480" strike="noStrike" u="none">
                <a:solidFill>
                  <a:schemeClr val="dk1"/>
                </a:solidFill>
                <a:effectLst/>
                <a:uFillTx/>
                <a:latin typeface="Arial"/>
              </a:rPr>
              <a:t>Cliquez sur l'icône pour ajouter une image</a:t>
            </a:r>
            <a:endParaRPr b="0" lang="en-US" sz="4480" strike="noStrike" u="none">
              <a:solidFill>
                <a:srgbClr val="000000"/>
              </a:solidFill>
              <a:effectLst/>
              <a:uFillTx/>
              <a:latin typeface="Arial"/>
            </a:endParaRPr>
          </a:p>
        </p:txBody>
      </p:sp>
      <p:sp>
        <p:nvSpPr>
          <p:cNvPr id="44" name="PlaceHolder 3"/>
          <p:cNvSpPr>
            <a:spLocks noGrp="1"/>
          </p:cNvSpPr>
          <p:nvPr>
            <p:ph type="body"/>
          </p:nvPr>
        </p:nvSpPr>
        <p:spPr>
          <a:xfrm>
            <a:off x="881640" y="2880360"/>
            <a:ext cx="4127400" cy="5334840"/>
          </a:xfrm>
          <a:prstGeom prst="rect">
            <a:avLst/>
          </a:prstGeom>
          <a:noFill/>
          <a:ln w="0">
            <a:noFill/>
          </a:ln>
        </p:spPr>
        <p:txBody>
          <a:bodyPr lIns="91440" rIns="91440" tIns="45720" bIns="45720" anchor="t">
            <a:noAutofit/>
          </a:bodyPr>
          <a:p>
            <a:pPr indent="0" defTabSz="1280160">
              <a:lnSpc>
                <a:spcPct val="90000"/>
              </a:lnSpc>
              <a:spcBef>
                <a:spcPts val="1400"/>
              </a:spcBef>
              <a:buNone/>
              <a:tabLst>
                <a:tab algn="l" pos="0"/>
              </a:tabLst>
            </a:pPr>
            <a:r>
              <a:rPr b="0" lang="fr-FR" sz="2240" strike="noStrike" u="none">
                <a:solidFill>
                  <a:schemeClr val="dk1"/>
                </a:solidFill>
                <a:effectLst/>
                <a:uFillTx/>
                <a:latin typeface="Arial"/>
              </a:rPr>
              <a:t>Cliquez pour modifier les styles du texte du masque</a:t>
            </a:r>
            <a:endParaRPr b="0" lang="en-US" sz="2240" strike="noStrike" u="none">
              <a:solidFill>
                <a:srgbClr val="000000"/>
              </a:solidFill>
              <a:effectLst/>
              <a:uFillTx/>
              <a:latin typeface="Arial"/>
            </a:endParaRPr>
          </a:p>
        </p:txBody>
      </p:sp>
      <p:sp>
        <p:nvSpPr>
          <p:cNvPr id="45" name="PlaceHolder 4"/>
          <p:cNvSpPr>
            <a:spLocks noGrp="1"/>
          </p:cNvSpPr>
          <p:nvPr>
            <p:ph type="dt" idx="25"/>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46" name="PlaceHolder 5"/>
          <p:cNvSpPr>
            <a:spLocks noGrp="1"/>
          </p:cNvSpPr>
          <p:nvPr>
            <p:ph type="ftr" idx="26"/>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7" name="PlaceHolder 6"/>
          <p:cNvSpPr>
            <a:spLocks noGrp="1"/>
          </p:cNvSpPr>
          <p:nvPr>
            <p:ph type="sldNum" idx="27"/>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D89D8BBA-87FD-41A5-A26F-BBAAD5820D68}"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960120" y="1571400"/>
            <a:ext cx="10879920" cy="3341160"/>
          </a:xfrm>
          <a:prstGeom prst="rect">
            <a:avLst/>
          </a:prstGeom>
          <a:noFill/>
          <a:ln w="0">
            <a:noFill/>
          </a:ln>
        </p:spPr>
        <p:txBody>
          <a:bodyPr lIns="91440" rIns="91440" tIns="45720" bIns="45720" anchor="b">
            <a:noAutofit/>
          </a:bodyPr>
          <a:p>
            <a:pPr indent="0" algn="ctr" defTabSz="1280160">
              <a:lnSpc>
                <a:spcPct val="90000"/>
              </a:lnSpc>
              <a:buNone/>
              <a:tabLst>
                <a:tab algn="l" pos="0"/>
              </a:tabLst>
            </a:pPr>
            <a:r>
              <a:rPr b="0" lang="fr-FR" sz="8400" strike="noStrike" u="none">
                <a:solidFill>
                  <a:schemeClr val="dk1"/>
                </a:solidFill>
                <a:effectLst/>
                <a:uFillTx/>
                <a:latin typeface="Arial"/>
              </a:rPr>
              <a:t>Modifiez le style du titre</a:t>
            </a:r>
            <a:endParaRPr b="0" lang="en-US" sz="8400" strike="noStrike" u="none">
              <a:solidFill>
                <a:srgbClr val="000000"/>
              </a:solidFill>
              <a:effectLst/>
              <a:uFillTx/>
              <a:latin typeface="Arial"/>
            </a:endParaRPr>
          </a:p>
        </p:txBody>
      </p:sp>
      <p:sp>
        <p:nvSpPr>
          <p:cNvPr id="49" name="PlaceHolder 2"/>
          <p:cNvSpPr>
            <a:spLocks noGrp="1"/>
          </p:cNvSpPr>
          <p:nvPr>
            <p:ph type="dt" idx="28"/>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50" name="PlaceHolder 3"/>
          <p:cNvSpPr>
            <a:spLocks noGrp="1"/>
          </p:cNvSpPr>
          <p:nvPr>
            <p:ph type="ftr" idx="29"/>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1" name="PlaceHolder 4"/>
          <p:cNvSpPr>
            <a:spLocks noGrp="1"/>
          </p:cNvSpPr>
          <p:nvPr>
            <p:ph type="sldNum" idx="30"/>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C6FA0E07-E8F6-4973-B858-5C83A669E88D}"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80200" y="511200"/>
            <a:ext cx="11040120" cy="1854360"/>
          </a:xfrm>
          <a:prstGeom prst="rect">
            <a:avLst/>
          </a:prstGeom>
          <a:noFill/>
          <a:ln w="0">
            <a:noFill/>
          </a:ln>
        </p:spPr>
        <p:txBody>
          <a:bodyPr lIns="91440" rIns="91440" tIns="45720" bIns="45720" anchor="ctr">
            <a:noAutofit/>
          </a:bodyPr>
          <a:p>
            <a:pPr indent="0" defTabSz="1280160">
              <a:lnSpc>
                <a:spcPct val="90000"/>
              </a:lnSpc>
              <a:buNone/>
              <a:tabLst>
                <a:tab algn="l" pos="0"/>
              </a:tabLst>
            </a:pPr>
            <a:r>
              <a:rPr b="0" lang="fr-FR" sz="6160" strike="noStrike" u="none">
                <a:solidFill>
                  <a:schemeClr val="dk1"/>
                </a:solidFill>
                <a:effectLst/>
                <a:uFillTx/>
                <a:latin typeface="Arial"/>
              </a:rPr>
              <a:t>Modifiez le style du titre</a:t>
            </a:r>
            <a:endParaRPr b="0" lang="en-US" sz="6160" strike="noStrike" u="none">
              <a:solidFill>
                <a:srgbClr val="000000"/>
              </a:solidFill>
              <a:effectLst/>
              <a:uFillTx/>
              <a:latin typeface="Arial"/>
            </a:endParaRPr>
          </a:p>
        </p:txBody>
      </p:sp>
      <p:sp>
        <p:nvSpPr>
          <p:cNvPr id="53" name="PlaceHolder 2"/>
          <p:cNvSpPr>
            <a:spLocks noGrp="1"/>
          </p:cNvSpPr>
          <p:nvPr>
            <p:ph type="body"/>
          </p:nvPr>
        </p:nvSpPr>
        <p:spPr>
          <a:xfrm>
            <a:off x="880200" y="2556000"/>
            <a:ext cx="11040120" cy="6090480"/>
          </a:xfrm>
          <a:prstGeom prst="rect">
            <a:avLst/>
          </a:prstGeom>
          <a:noFill/>
          <a:ln w="0">
            <a:noFill/>
          </a:ln>
        </p:spPr>
        <p:txBody>
          <a:bodyPr lIns="91440" rIns="91440" tIns="45720" bIns="45720" anchor="t" vert="eaVert">
            <a:noAutofit/>
          </a:bodyPr>
          <a:p>
            <a:pPr marL="320040" indent="-320040" defTabSz="1280160">
              <a:lnSpc>
                <a:spcPct val="90000"/>
              </a:lnSpc>
              <a:spcBef>
                <a:spcPts val="1400"/>
              </a:spcBef>
              <a:buClr>
                <a:srgbClr val="000000"/>
              </a:buClr>
              <a:buFont typeface="Arial"/>
              <a:buChar char="•"/>
            </a:pPr>
            <a:r>
              <a:rPr b="0" lang="fr-FR" sz="3920" strike="noStrike" u="none">
                <a:solidFill>
                  <a:schemeClr val="dk1"/>
                </a:solidFill>
                <a:effectLst/>
                <a:uFillTx/>
                <a:latin typeface="Arial"/>
              </a:rPr>
              <a:t>Cliquez pour modifier les styles du texte du masque</a:t>
            </a:r>
            <a:endParaRPr b="0" lang="en-US" sz="3920" strike="noStrike" u="none">
              <a:solidFill>
                <a:srgbClr val="000000"/>
              </a:solidFill>
              <a:effectLst/>
              <a:uFillTx/>
              <a:latin typeface="Arial"/>
            </a:endParaRPr>
          </a:p>
          <a:p>
            <a:pPr lvl="1" marL="960120" indent="-320040" defTabSz="1280160">
              <a:lnSpc>
                <a:spcPct val="90000"/>
              </a:lnSpc>
              <a:spcBef>
                <a:spcPts val="700"/>
              </a:spcBef>
              <a:buClr>
                <a:srgbClr val="000000"/>
              </a:buClr>
              <a:buFont typeface="Arial"/>
              <a:buChar char="•"/>
            </a:pPr>
            <a:r>
              <a:rPr b="0" lang="fr-FR" sz="3359" strike="noStrike" u="none">
                <a:solidFill>
                  <a:schemeClr val="dk1"/>
                </a:solidFill>
                <a:effectLst/>
                <a:uFillTx/>
                <a:latin typeface="Arial"/>
              </a:rPr>
              <a:t>Deuxième niveau</a:t>
            </a:r>
            <a:endParaRPr b="0" lang="en-US" sz="3359" strike="noStrike" u="none">
              <a:solidFill>
                <a:srgbClr val="000000"/>
              </a:solidFill>
              <a:effectLst/>
              <a:uFillTx/>
              <a:latin typeface="Arial"/>
            </a:endParaRPr>
          </a:p>
          <a:p>
            <a:pPr lvl="2" marL="1600200" indent="-320040" defTabSz="1280160">
              <a:lnSpc>
                <a:spcPct val="90000"/>
              </a:lnSpc>
              <a:spcBef>
                <a:spcPts val="700"/>
              </a:spcBef>
              <a:buClr>
                <a:srgbClr val="000000"/>
              </a:buClr>
              <a:buFont typeface="Arial"/>
              <a:buChar char="•"/>
            </a:pPr>
            <a:r>
              <a:rPr b="0" lang="fr-FR" sz="2800" strike="noStrike" u="none">
                <a:solidFill>
                  <a:schemeClr val="dk1"/>
                </a:solidFill>
                <a:effectLst/>
                <a:uFillTx/>
                <a:latin typeface="Arial"/>
              </a:rPr>
              <a:t>Troisième niveau</a:t>
            </a:r>
            <a:endParaRPr b="0" lang="en-US" sz="2800" strike="noStrike" u="none">
              <a:solidFill>
                <a:srgbClr val="000000"/>
              </a:solidFill>
              <a:effectLst/>
              <a:uFillTx/>
              <a:latin typeface="Arial"/>
            </a:endParaRPr>
          </a:p>
          <a:p>
            <a:pPr lvl="3" marL="224028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Quatrième niveau</a:t>
            </a:r>
            <a:endParaRPr b="0" lang="en-US" sz="2520" strike="noStrike" u="none">
              <a:solidFill>
                <a:srgbClr val="000000"/>
              </a:solidFill>
              <a:effectLst/>
              <a:uFillTx/>
              <a:latin typeface="Arial"/>
            </a:endParaRPr>
          </a:p>
          <a:p>
            <a:pPr lvl="4" marL="2880360" indent="-320040" defTabSz="1280160">
              <a:lnSpc>
                <a:spcPct val="90000"/>
              </a:lnSpc>
              <a:spcBef>
                <a:spcPts val="700"/>
              </a:spcBef>
              <a:buClr>
                <a:srgbClr val="000000"/>
              </a:buClr>
              <a:buFont typeface="Arial"/>
              <a:buChar char="•"/>
            </a:pPr>
            <a:r>
              <a:rPr b="0" lang="fr-FR" sz="2520" strike="noStrike" u="none">
                <a:solidFill>
                  <a:schemeClr val="dk1"/>
                </a:solidFill>
                <a:effectLst/>
                <a:uFillTx/>
                <a:latin typeface="Arial"/>
              </a:rPr>
              <a:t>Cinquième niveau</a:t>
            </a:r>
            <a:endParaRPr b="0" lang="en-US" sz="2520" strike="noStrike" u="none">
              <a:solidFill>
                <a:srgbClr val="000000"/>
              </a:solidFill>
              <a:effectLst/>
              <a:uFillTx/>
              <a:latin typeface="Arial"/>
            </a:endParaRPr>
          </a:p>
        </p:txBody>
      </p:sp>
      <p:sp>
        <p:nvSpPr>
          <p:cNvPr id="54" name="PlaceHolder 3"/>
          <p:cNvSpPr>
            <a:spLocks noGrp="1"/>
          </p:cNvSpPr>
          <p:nvPr>
            <p:ph type="dt" idx="31"/>
          </p:nvPr>
        </p:nvSpPr>
        <p:spPr>
          <a:xfrm>
            <a:off x="880200" y="8898840"/>
            <a:ext cx="2878920" cy="5097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defTabSz="457200">
              <a:lnSpc>
                <a:spcPct val="100000"/>
              </a:lnSpc>
              <a:buNone/>
              <a:tabLst>
                <a:tab algn="l" pos="0"/>
              </a:tabLst>
            </a:pPr>
            <a:r>
              <a:rPr b="0" lang="en-US" sz="1679" strike="noStrike" u="none">
                <a:solidFill>
                  <a:schemeClr val="dk1">
                    <a:tint val="82000"/>
                  </a:schemeClr>
                </a:solidFill>
                <a:effectLst/>
                <a:uFillTx/>
                <a:latin typeface="Arial"/>
              </a:rPr>
              <a:t>&lt;date/time&gt;</a:t>
            </a:r>
            <a:endParaRPr b="0" lang="en-US" sz="1679" strike="noStrike" u="none">
              <a:solidFill>
                <a:srgbClr val="000000"/>
              </a:solidFill>
              <a:effectLst/>
              <a:uFillTx/>
              <a:latin typeface="Times New Roman"/>
            </a:endParaRPr>
          </a:p>
        </p:txBody>
      </p:sp>
      <p:sp>
        <p:nvSpPr>
          <p:cNvPr id="55" name="PlaceHolder 4"/>
          <p:cNvSpPr>
            <a:spLocks noGrp="1"/>
          </p:cNvSpPr>
          <p:nvPr>
            <p:ph type="ftr" idx="32"/>
          </p:nvPr>
        </p:nvSpPr>
        <p:spPr>
          <a:xfrm>
            <a:off x="4240440" y="8898840"/>
            <a:ext cx="4319280" cy="5097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6" name="PlaceHolder 5"/>
          <p:cNvSpPr>
            <a:spLocks noGrp="1"/>
          </p:cNvSpPr>
          <p:nvPr>
            <p:ph type="sldNum" idx="33"/>
          </p:nvPr>
        </p:nvSpPr>
        <p:spPr>
          <a:xfrm>
            <a:off x="9041040" y="8898840"/>
            <a:ext cx="2878920" cy="5097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679" strike="noStrike" u="none">
                <a:solidFill>
                  <a:schemeClr val="dk1">
                    <a:tint val="82000"/>
                  </a:schemeClr>
                </a:solidFill>
                <a:effectLst/>
                <a:uFillTx/>
                <a:latin typeface="Arial"/>
              </a:defRPr>
            </a:lvl1pPr>
          </a:lstStyle>
          <a:p>
            <a:pPr indent="0" algn="r" defTabSz="457200">
              <a:lnSpc>
                <a:spcPct val="100000"/>
              </a:lnSpc>
              <a:buNone/>
              <a:tabLst>
                <a:tab algn="l" pos="0"/>
              </a:tabLst>
            </a:pPr>
            <a:fld id="{63623BD4-5316-4D73-9867-0B0A958A161B}" type="slidenum">
              <a:rPr b="0" lang="en-US" sz="1679" strike="noStrike" u="none">
                <a:solidFill>
                  <a:schemeClr val="dk1">
                    <a:tint val="82000"/>
                  </a:schemeClr>
                </a:solidFill>
                <a:effectLst/>
                <a:uFillTx/>
                <a:latin typeface="Arial"/>
              </a:rPr>
              <a:t>&lt;number&gt;</a:t>
            </a:fld>
            <a:endParaRPr b="0" lang="en-US" sz="1679"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hyperlink" Target="https://doi.org/10.1016/j.bdr.2021.100209" TargetMode="External"/><Relationship Id="rId2" Type="http://schemas.openxmlformats.org/officeDocument/2006/relationships/image" Target="../media/image1.wmf"/><Relationship Id="rId3" Type="http://schemas.openxmlformats.org/officeDocument/2006/relationships/image" Target="../media/image2.png"/><Relationship Id="rId4"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ZoneTexte 3"/>
          <p:cNvSpPr/>
          <p:nvPr/>
        </p:nvSpPr>
        <p:spPr>
          <a:xfrm>
            <a:off x="105840" y="105840"/>
            <a:ext cx="12588120" cy="394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2000" strike="noStrike" u="none">
                <a:solidFill>
                  <a:schemeClr val="dk1"/>
                </a:solidFill>
                <a:effectLst/>
                <a:uFillTx/>
                <a:latin typeface="Arial"/>
              </a:rPr>
              <a:t>Benchmarking (of Software Systems)</a:t>
            </a:r>
            <a:endParaRPr b="0" lang="en-US" sz="2000" strike="noStrike" u="none">
              <a:solidFill>
                <a:srgbClr val="000000"/>
              </a:solidFill>
              <a:effectLst/>
              <a:uFillTx/>
              <a:latin typeface="Arial"/>
            </a:endParaRPr>
          </a:p>
        </p:txBody>
      </p:sp>
      <p:sp>
        <p:nvSpPr>
          <p:cNvPr id="58" name="ZoneTexte 4"/>
          <p:cNvSpPr/>
          <p:nvPr/>
        </p:nvSpPr>
        <p:spPr>
          <a:xfrm>
            <a:off x="105840" y="528480"/>
            <a:ext cx="12588120" cy="6408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tabLst>
                <a:tab algn="l" pos="0"/>
              </a:tabLst>
            </a:pPr>
            <a:r>
              <a:rPr b="0" lang="en-US" sz="900" strike="noStrike" u="none">
                <a:solidFill>
                  <a:srgbClr val="444444"/>
                </a:solidFill>
                <a:effectLst/>
                <a:uFillTx/>
                <a:latin typeface="Calibri"/>
              </a:rPr>
              <a:t>Brice Delcroix, Timothé Piscaglia, Pierre-Louis Lefèvre</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444444"/>
                </a:solidFill>
                <a:effectLst/>
                <a:uFillTx/>
                <a:latin typeface="Calibri"/>
              </a:rPr>
              <a:t>Vint Cerf, INFOB302 - IDS (2025 - 2026)</a:t>
            </a:r>
            <a:endParaRPr b="0" lang="en-US" sz="900" strike="noStrike" u="none">
              <a:solidFill>
                <a:srgbClr val="000000"/>
              </a:solidFill>
              <a:effectLst/>
              <a:uFillTx/>
              <a:latin typeface="Arial"/>
            </a:endParaRPr>
          </a:p>
          <a:p>
            <a:pPr algn="ctr" defTabSz="914400">
              <a:lnSpc>
                <a:spcPct val="100000"/>
              </a:lnSpc>
              <a:tabLst>
                <a:tab algn="l" pos="0"/>
              </a:tabLst>
            </a:pP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333333"/>
                </a:solidFill>
                <a:effectLst/>
                <a:uFillTx/>
                <a:latin typeface="Calibri"/>
              </a:rPr>
              <a:t>Sören Henning and Wilhelm Hasselbring. 2021. </a:t>
            </a:r>
            <a:r>
              <a:rPr b="1" lang="en-US" sz="900" strike="noStrike" u="none">
                <a:solidFill>
                  <a:srgbClr val="333333"/>
                </a:solidFill>
                <a:effectLst/>
                <a:uFillTx/>
                <a:latin typeface="Calibri"/>
              </a:rPr>
              <a:t>Theodolite: Scalability Benchmarking of Distributed Stream Processing Engines in Microservice Architectures</a:t>
            </a:r>
            <a:r>
              <a:rPr b="0" lang="en-US" sz="900" strike="noStrike" u="none">
                <a:solidFill>
                  <a:srgbClr val="333333"/>
                </a:solidFill>
                <a:effectLst/>
                <a:uFillTx/>
                <a:latin typeface="Calibri"/>
              </a:rPr>
              <a:t>. Big Data Research 25, 100209. DOI: </a:t>
            </a:r>
            <a:r>
              <a:rPr b="0" lang="en-US" sz="900" strike="noStrike" u="none">
                <a:solidFill>
                  <a:srgbClr val="467886"/>
                </a:solidFill>
                <a:effectLst/>
                <a:uFillTx/>
                <a:latin typeface="Calibri"/>
                <a:hlinkClick r:id="rId1"/>
              </a:rPr>
              <a:t>https://doi.org/10.1016/j.bdr.2021.100209</a:t>
            </a:r>
            <a:endParaRPr b="0" lang="en-US" sz="900" strike="noStrike" u="none">
              <a:solidFill>
                <a:srgbClr val="000000"/>
              </a:solidFill>
              <a:effectLst/>
              <a:uFillTx/>
              <a:latin typeface="Arial"/>
            </a:endParaRPr>
          </a:p>
        </p:txBody>
      </p:sp>
      <p:sp>
        <p:nvSpPr>
          <p:cNvPr id="59" name="ZoneTexte 6"/>
          <p:cNvSpPr/>
          <p:nvPr/>
        </p:nvSpPr>
        <p:spPr>
          <a:xfrm>
            <a:off x="105840" y="1277280"/>
            <a:ext cx="4835520" cy="1797480"/>
          </a:xfrm>
          <a:prstGeom prst="rect">
            <a:avLst/>
          </a:prstGeom>
          <a:solidFill>
            <a:srgbClr val="ffffff"/>
          </a:solidFill>
          <a:ln>
            <a:solidFill>
              <a:srgbClr val="ec6326"/>
            </a:solidFill>
          </a:ln>
        </p:spPr>
        <p:style>
          <a:lnRef idx="2">
            <a:schemeClr val="accent2"/>
          </a:lnRef>
          <a:fillRef idx="1">
            <a:schemeClr val="lt1"/>
          </a:fillRef>
          <a:effectRef idx="0">
            <a:schemeClr val="accent2"/>
          </a:effectRef>
          <a:fontRef idx="minor"/>
        </p:style>
        <p:txBody>
          <a:bodyPr lIns="90000" rIns="90000" tIns="45000" bIns="45000" anchor="t">
            <a:spAutoFit/>
          </a:bodyPr>
          <a:p>
            <a:pPr defTabSz="457200">
              <a:lnSpc>
                <a:spcPct val="100000"/>
              </a:lnSpc>
              <a:spcBef>
                <a:spcPts val="1191"/>
              </a:spcBef>
              <a:spcAft>
                <a:spcPts val="992"/>
              </a:spcAft>
            </a:pPr>
            <a:r>
              <a:rPr b="1" lang="en-US" sz="1400" strike="noStrike" u="none">
                <a:solidFill>
                  <a:schemeClr val="dk1"/>
                </a:solidFill>
                <a:effectLst/>
                <a:uFillTx/>
                <a:latin typeface="Arial"/>
              </a:rPr>
              <a:t>Context:</a:t>
            </a:r>
            <a:r>
              <a:rPr b="0" lang="en-US" sz="1400" strike="noStrike" u="none">
                <a:solidFill>
                  <a:schemeClr val="dk1"/>
                </a:solidFill>
                <a:effectLst/>
                <a:uFillTx/>
                <a:latin typeface="Arial"/>
              </a:rPr>
              <a:t> Distributed stream processing engines like Apache Kafka Streams and Apache Flink process large volumes of data, especially in microservice environments. Scalability is one of their core design strengths. Still, there isn’t a widely accepted way to actually measure how scalable they are. Existing performance evaluations often rely on ad hoc measurement setups, which makes it hard to compare results across studies or reproduce them. </a:t>
            </a:r>
            <a:endParaRPr b="0" lang="en-US" sz="1400" strike="noStrike" u="none">
              <a:solidFill>
                <a:srgbClr val="000000"/>
              </a:solidFill>
              <a:effectLst/>
              <a:uFillTx/>
              <a:latin typeface="Arial"/>
            </a:endParaRPr>
          </a:p>
        </p:txBody>
      </p:sp>
      <p:sp>
        <p:nvSpPr>
          <p:cNvPr id="60" name="ZoneTexte 9"/>
          <p:cNvSpPr/>
          <p:nvPr/>
        </p:nvSpPr>
        <p:spPr>
          <a:xfrm>
            <a:off x="5049000" y="1277280"/>
            <a:ext cx="2980440" cy="2030040"/>
          </a:xfrm>
          <a:prstGeom prst="rect">
            <a:avLst/>
          </a:prstGeom>
          <a:solidFill>
            <a:srgbClr val="ffffff"/>
          </a:solidFill>
          <a:ln>
            <a:solidFill>
              <a:srgbClr val="ec6326"/>
            </a:solidFill>
          </a:ln>
        </p:spPr>
        <p:style>
          <a:lnRef idx="2">
            <a:schemeClr val="accent2"/>
          </a:lnRef>
          <a:fillRef idx="1">
            <a:schemeClr val="lt1"/>
          </a:fillRef>
          <a:effectRef idx="0">
            <a:schemeClr val="accent2"/>
          </a:effectRef>
          <a:fontRef idx="minor"/>
        </p:style>
        <p:txBody>
          <a:bodyPr lIns="90000" rIns="90000" tIns="45000" bIns="45000" anchor="t">
            <a:noAutofit/>
          </a:bodyPr>
          <a:p>
            <a:pPr defTabSz="457200">
              <a:lnSpc>
                <a:spcPct val="100000"/>
              </a:lnSpc>
            </a:pPr>
            <a:r>
              <a:rPr b="1" lang="en-US" sz="1300" strike="noStrike" u="none">
                <a:solidFill>
                  <a:schemeClr val="dk1"/>
                </a:solidFill>
                <a:effectLst/>
                <a:uFillTx/>
                <a:latin typeface="Arial"/>
              </a:rPr>
              <a:t>Objective:</a:t>
            </a:r>
            <a:r>
              <a:rPr b="0" lang="en-US" sz="1300" strike="noStrike" u="none">
                <a:solidFill>
                  <a:schemeClr val="dk1"/>
                </a:solidFill>
                <a:effectLst/>
                <a:uFillTx/>
                <a:latin typeface="Arial"/>
              </a:rPr>
              <a:t> Presenting the Theodolite method for benchmarking the scalability of distributed stream processing engines. This method defines use cases, identifies relevant workload dimensions, and proposes one benchmark per use case and dimension. </a:t>
            </a:r>
            <a:endParaRPr b="0" lang="en-US" sz="1300" strike="noStrike" u="none">
              <a:solidFill>
                <a:srgbClr val="000000"/>
              </a:solidFill>
              <a:effectLst/>
              <a:uFillTx/>
              <a:latin typeface="Arial"/>
            </a:endParaRPr>
          </a:p>
        </p:txBody>
      </p:sp>
      <p:pic>
        <p:nvPicPr>
          <p:cNvPr id="61" name="Image 30" descr=""/>
          <p:cNvPicPr/>
          <p:nvPr/>
        </p:nvPicPr>
        <p:blipFill>
          <a:blip r:embed="rId2"/>
          <a:stretch/>
        </p:blipFill>
        <p:spPr>
          <a:xfrm>
            <a:off x="195480" y="6044760"/>
            <a:ext cx="7744320" cy="3239280"/>
          </a:xfrm>
          <a:prstGeom prst="rect">
            <a:avLst/>
          </a:prstGeom>
          <a:noFill/>
          <a:ln w="19050">
            <a:noFill/>
          </a:ln>
        </p:spPr>
      </p:pic>
      <p:sp>
        <p:nvSpPr>
          <p:cNvPr id="62" name="ZoneTexte 31"/>
          <p:cNvSpPr/>
          <p:nvPr/>
        </p:nvSpPr>
        <p:spPr>
          <a:xfrm>
            <a:off x="105840" y="3391920"/>
            <a:ext cx="6293520" cy="1906920"/>
          </a:xfrm>
          <a:prstGeom prst="rect">
            <a:avLst/>
          </a:prstGeom>
          <a:solidFill>
            <a:srgbClr val="ffffff"/>
          </a:solidFill>
          <a:ln>
            <a:solidFill>
              <a:srgbClr val="ec6326"/>
            </a:solidFill>
          </a:ln>
        </p:spPr>
        <p:style>
          <a:lnRef idx="2">
            <a:schemeClr val="accent2"/>
          </a:lnRef>
          <a:fillRef idx="1">
            <a:schemeClr val="lt1"/>
          </a:fillRef>
          <a:effectRef idx="0">
            <a:schemeClr val="accent2"/>
          </a:effectRef>
          <a:fontRef idx="minor"/>
        </p:style>
        <p:txBody>
          <a:bodyPr numCol="1" spcCol="0" lIns="90000" rIns="90000" tIns="45000" bIns="45000" anchor="t">
            <a:noAutofit/>
          </a:bodyPr>
          <a:p>
            <a:pPr defTabSz="457200">
              <a:lnSpc>
                <a:spcPct val="100000"/>
              </a:lnSpc>
            </a:pPr>
            <a:r>
              <a:rPr b="1" i="1" lang="en-US" sz="1400" strike="noStrike" u="none">
                <a:solidFill>
                  <a:schemeClr val="dk1"/>
                </a:solidFill>
                <a:effectLst/>
                <a:uFillTx/>
                <a:latin typeface="Arial"/>
              </a:rPr>
              <a:t>RQ</a:t>
            </a:r>
            <a:r>
              <a:rPr b="1" i="1" lang="en-US" sz="1400" strike="noStrike" u="none" baseline="-25000">
                <a:solidFill>
                  <a:schemeClr val="dk1"/>
                </a:solidFill>
                <a:effectLst/>
                <a:uFillTx/>
                <a:latin typeface="Arial"/>
              </a:rPr>
              <a:t>1</a:t>
            </a:r>
            <a:r>
              <a:rPr b="0" i="1" lang="en-US" sz="1400" strike="noStrike" u="none">
                <a:solidFill>
                  <a:schemeClr val="dk1"/>
                </a:solidFill>
                <a:effectLst/>
                <a:uFillTx/>
                <a:latin typeface="Arial"/>
              </a:rPr>
              <a:t> How can the scalability of distributed stream processing engines be measured in a systematic and reproducible way?</a:t>
            </a:r>
            <a:endParaRPr b="0" lang="en-US" sz="1400" strike="noStrike" u="none">
              <a:solidFill>
                <a:srgbClr val="000000"/>
              </a:solidFill>
              <a:effectLst/>
              <a:uFillTx/>
              <a:latin typeface="Arial"/>
            </a:endParaRPr>
          </a:p>
          <a:p>
            <a:pPr defTabSz="457200">
              <a:lnSpc>
                <a:spcPct val="100000"/>
              </a:lnSpc>
            </a:pPr>
            <a:r>
              <a:rPr b="1" i="1" lang="en-US" sz="1400" strike="noStrike" u="none">
                <a:solidFill>
                  <a:schemeClr val="dk1"/>
                </a:solidFill>
                <a:effectLst/>
                <a:uFillTx/>
                <a:latin typeface="Arial"/>
              </a:rPr>
              <a:t>RQ</a:t>
            </a:r>
            <a:r>
              <a:rPr b="1" i="1" lang="en-US" sz="1400" strike="noStrike" u="none" baseline="-25000">
                <a:solidFill>
                  <a:schemeClr val="dk1"/>
                </a:solidFill>
                <a:effectLst/>
                <a:uFillTx/>
                <a:latin typeface="Arial"/>
              </a:rPr>
              <a:t>2</a:t>
            </a:r>
            <a:r>
              <a:rPr b="0" i="1" lang="en-US" sz="1400" strike="noStrike" u="none">
                <a:solidFill>
                  <a:schemeClr val="dk1"/>
                </a:solidFill>
                <a:effectLst/>
                <a:uFillTx/>
                <a:latin typeface="Arial"/>
              </a:rPr>
              <a:t> What is the resource demand of Kafka Streams and Apache Flink for different stream processing use cases under increasing workloads ? </a:t>
            </a:r>
            <a:endParaRPr b="0" lang="en-US" sz="1400" strike="noStrike" u="none">
              <a:solidFill>
                <a:srgbClr val="000000"/>
              </a:solidFill>
              <a:effectLst/>
              <a:uFillTx/>
              <a:latin typeface="Arial"/>
            </a:endParaRPr>
          </a:p>
          <a:p>
            <a:pPr defTabSz="457200">
              <a:lnSpc>
                <a:spcPct val="100000"/>
              </a:lnSpc>
            </a:pPr>
            <a:r>
              <a:rPr b="1" i="1" lang="en-US" sz="1400" strike="noStrike" u="none">
                <a:solidFill>
                  <a:schemeClr val="dk1"/>
                </a:solidFill>
                <a:effectLst/>
                <a:uFillTx/>
                <a:latin typeface="Arial"/>
              </a:rPr>
              <a:t>RQ</a:t>
            </a:r>
            <a:r>
              <a:rPr b="1" i="1" lang="en-US" sz="1400" strike="noStrike" u="none" baseline="-25000">
                <a:solidFill>
                  <a:schemeClr val="dk1"/>
                </a:solidFill>
                <a:effectLst/>
                <a:uFillTx/>
                <a:latin typeface="Arial"/>
              </a:rPr>
              <a:t>3</a:t>
            </a:r>
            <a:r>
              <a:rPr b="0" i="1" lang="en-US" sz="1400" strike="noStrike" u="none">
                <a:solidFill>
                  <a:schemeClr val="dk1"/>
                </a:solidFill>
                <a:effectLst/>
                <a:uFillTx/>
                <a:latin typeface="Arial"/>
              </a:rPr>
              <a:t> How do different deployment options, like the number of instances and thread configurations affect the scalability of stream processing engines ? </a:t>
            </a:r>
            <a:endParaRPr b="0" lang="en-US" sz="1400" strike="noStrike" u="none">
              <a:solidFill>
                <a:srgbClr val="000000"/>
              </a:solidFill>
              <a:effectLst/>
              <a:uFillTx/>
              <a:latin typeface="Arial"/>
            </a:endParaRPr>
          </a:p>
          <a:p>
            <a:pPr defTabSz="457200">
              <a:lnSpc>
                <a:spcPct val="100000"/>
              </a:lnSpc>
            </a:pPr>
            <a:r>
              <a:rPr b="1" i="1" lang="en-US" sz="1400" strike="noStrike" u="none">
                <a:solidFill>
                  <a:schemeClr val="dk1"/>
                </a:solidFill>
                <a:effectLst/>
                <a:uFillTx/>
                <a:latin typeface="Arial"/>
              </a:rPr>
              <a:t>RQ</a:t>
            </a:r>
            <a:r>
              <a:rPr b="1" i="1" lang="en-US" sz="1400" strike="noStrike" u="none" baseline="-25000">
                <a:solidFill>
                  <a:schemeClr val="dk1"/>
                </a:solidFill>
                <a:effectLst/>
                <a:uFillTx/>
                <a:latin typeface="Arial"/>
              </a:rPr>
              <a:t>4</a:t>
            </a:r>
            <a:r>
              <a:rPr b="0" i="1" lang="en-US" sz="1400" strike="noStrike" u="none">
                <a:solidFill>
                  <a:schemeClr val="dk1"/>
                </a:solidFill>
                <a:effectLst/>
                <a:uFillTx/>
                <a:latin typeface="Arial"/>
              </a:rPr>
              <a:t> How does this new benchmarking approach compare to existing methods in terms of reliability and fairness in evaluating scalability?</a:t>
            </a:r>
            <a:endParaRPr b="0" lang="en-US" sz="1400" strike="noStrike" u="none">
              <a:solidFill>
                <a:srgbClr val="000000"/>
              </a:solidFill>
              <a:effectLst/>
              <a:uFillTx/>
              <a:latin typeface="Arial"/>
            </a:endParaRPr>
          </a:p>
        </p:txBody>
      </p:sp>
      <p:sp>
        <p:nvSpPr>
          <p:cNvPr id="63" name="Rectangle 32"/>
          <p:cNvSpPr/>
          <p:nvPr/>
        </p:nvSpPr>
        <p:spPr>
          <a:xfrm>
            <a:off x="105840" y="5383440"/>
            <a:ext cx="7923240" cy="4110480"/>
          </a:xfrm>
          <a:prstGeom prst="rect">
            <a:avLst/>
          </a:prstGeom>
          <a:noFill/>
          <a:ln>
            <a:solidFill>
              <a:srgbClr val="ec6326"/>
            </a:solidFill>
          </a:ln>
        </p:spPr>
        <p:style>
          <a:lnRef idx="2">
            <a:schemeClr val="accent2"/>
          </a:lnRef>
          <a:fillRef idx="1">
            <a:schemeClr val="lt1"/>
          </a:fillRef>
          <a:effectRef idx="0">
            <a:schemeClr val="accent2"/>
          </a:effectRef>
          <a:fontRef idx="minor"/>
        </p:style>
        <p:txBody>
          <a:bodyPr lIns="90000" rIns="90000" tIns="45000" bIns="45000" anchor="t">
            <a:noAutofit/>
          </a:bodyPr>
          <a:p>
            <a:pPr defTabSz="457200">
              <a:lnSpc>
                <a:spcPct val="100000"/>
              </a:lnSpc>
            </a:pPr>
            <a:r>
              <a:rPr b="0" lang="en-US" sz="1800" strike="noStrike" u="none">
                <a:solidFill>
                  <a:schemeClr val="dk1"/>
                </a:solidFill>
                <a:effectLst/>
                <a:uFillTx/>
                <a:latin typeface="Arial"/>
              </a:rPr>
              <a:t>Protocol:</a:t>
            </a:r>
            <a:endParaRPr b="0" lang="en-US" sz="1800" strike="noStrike" u="none">
              <a:solidFill>
                <a:srgbClr val="000000"/>
              </a:solidFill>
              <a:effectLst/>
              <a:uFillTx/>
              <a:latin typeface="Arial"/>
            </a:endParaRPr>
          </a:p>
        </p:txBody>
      </p:sp>
      <p:sp>
        <p:nvSpPr>
          <p:cNvPr id="64" name="ZoneTexte 36"/>
          <p:cNvSpPr/>
          <p:nvPr/>
        </p:nvSpPr>
        <p:spPr>
          <a:xfrm>
            <a:off x="8120520" y="5383440"/>
            <a:ext cx="4573800" cy="4110480"/>
          </a:xfrm>
          <a:prstGeom prst="rect">
            <a:avLst/>
          </a:prstGeom>
          <a:solidFill>
            <a:srgbClr val="ffffff"/>
          </a:solidFill>
          <a:ln>
            <a:solidFill>
              <a:srgbClr val="ec6326"/>
            </a:solidFill>
          </a:ln>
        </p:spPr>
        <p:style>
          <a:lnRef idx="2">
            <a:schemeClr val="accent2"/>
          </a:lnRef>
          <a:fillRef idx="1">
            <a:schemeClr val="lt1"/>
          </a:fillRef>
          <a:effectRef idx="0">
            <a:schemeClr val="accent2"/>
          </a:effectRef>
          <a:fontRef idx="minor"/>
        </p:style>
        <p:txBody>
          <a:bodyPr lIns="90000" rIns="90000" tIns="45000" bIns="45000" anchor="t">
            <a:noAutofit/>
          </a:bodyPr>
          <a:p>
            <a:pPr defTabSz="457200">
              <a:lnSpc>
                <a:spcPct val="100000"/>
              </a:lnSpc>
            </a:pPr>
            <a:r>
              <a:rPr b="1" lang="en-US" sz="1400" strike="noStrike" u="none">
                <a:solidFill>
                  <a:schemeClr val="dk1"/>
                </a:solidFill>
                <a:effectLst/>
                <a:uFillTx/>
                <a:latin typeface="Arial"/>
              </a:rPr>
              <a:t>Threats to validity:</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The selected use cases (UC1-UC4) may not fully represent all possible stream processing scenarios. These use cases come from actual IIoT needs, which reduces this threat.</a:t>
            </a:r>
            <a:endParaRPr b="0" lang="en-US" sz="12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The SLO-based measurement, which looks at consumer lag via linear regression, may not cover all aspects of scalability. Still, consumer lag is a commonly accepted metric for measuring stream processing performance.</a:t>
            </a:r>
            <a:endParaRPr b="0" lang="en-US" sz="12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Cloud infrastructure changes can affect benchmark results, experiments are repeated 5 times and executed on dedicated nodes to mitigate this.</a:t>
            </a:r>
            <a:endParaRPr b="0" lang="en-US" sz="12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Only two stream processing engines are tested —Kafka Streams and Flink. Still the framework is designed to be extensible to other engines</a:t>
            </a:r>
            <a:endParaRPr b="0" lang="en-US" sz="12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Default configurations are used, which may not be optimal. However, defaults reflect typical usage.</a:t>
            </a:r>
            <a:endParaRPr b="0" lang="en-US" sz="12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lang="en-US" sz="1200" strike="noStrike" u="none">
                <a:solidFill>
                  <a:schemeClr val="dk1"/>
                </a:solidFill>
                <a:effectLst/>
                <a:uFillTx/>
                <a:latin typeface="Arial"/>
              </a:rPr>
              <a:t>There could be implementation bugs in the benchmarking framework. The tool is open-source and a replication package is provided.</a:t>
            </a:r>
            <a:endParaRPr b="0" lang="en-US" sz="1200" strike="noStrike" u="none">
              <a:solidFill>
                <a:srgbClr val="000000"/>
              </a:solidFill>
              <a:effectLst/>
              <a:uFillTx/>
              <a:latin typeface="Arial"/>
            </a:endParaRPr>
          </a:p>
        </p:txBody>
      </p:sp>
      <p:sp>
        <p:nvSpPr>
          <p:cNvPr id="65" name="ZoneTexte 38"/>
          <p:cNvSpPr/>
          <p:nvPr/>
        </p:nvSpPr>
        <p:spPr>
          <a:xfrm>
            <a:off x="8136720" y="1277280"/>
            <a:ext cx="4557240" cy="2030040"/>
          </a:xfrm>
          <a:prstGeom prst="rect">
            <a:avLst/>
          </a:prstGeom>
          <a:solidFill>
            <a:srgbClr val="ffffff"/>
          </a:solidFill>
          <a:ln>
            <a:solidFill>
              <a:srgbClr val="029dff"/>
            </a:solidFill>
          </a:ln>
        </p:spPr>
        <p:style>
          <a:lnRef idx="2">
            <a:schemeClr val="accent2"/>
          </a:lnRef>
          <a:fillRef idx="1">
            <a:schemeClr val="lt1"/>
          </a:fillRef>
          <a:effectRef idx="0">
            <a:schemeClr val="accent2"/>
          </a:effectRef>
          <a:fontRef idx="minor"/>
        </p:style>
        <p:txBody>
          <a:bodyPr lIns="90000" rIns="90000" tIns="45000" bIns="45000" anchor="t">
            <a:noAutofit/>
          </a:bodyPr>
          <a:p>
            <a:pPr defTabSz="457200">
              <a:lnSpc>
                <a:spcPct val="100000"/>
              </a:lnSpc>
            </a:pPr>
            <a:r>
              <a:rPr b="1" lang="en-US" sz="1400" strike="noStrike" u="none">
                <a:solidFill>
                  <a:schemeClr val="dk1"/>
                </a:solidFill>
                <a:effectLst/>
                <a:uFillTx/>
                <a:latin typeface="Arial"/>
              </a:rPr>
              <a:t>Application: </a:t>
            </a:r>
            <a:r>
              <a:rPr b="0" lang="en-US" sz="1400" strike="noStrike" u="none">
                <a:solidFill>
                  <a:schemeClr val="dk1"/>
                </a:solidFill>
                <a:effectLst/>
                <a:uFillTx/>
                <a:latin typeface="Arial"/>
              </a:rPr>
              <a:t>This standard applies to empirical research that: investigates software systems within a defined context with an automated, repeatable procedure; studies the software system's quality of service under a specific workload or usage profile </a:t>
            </a:r>
            <a:endParaRPr b="0" lang="en-US" sz="1400" strike="noStrike" u="none">
              <a:solidFill>
                <a:srgbClr val="000000"/>
              </a:solidFill>
              <a:effectLst/>
              <a:uFillTx/>
              <a:latin typeface="Arial"/>
            </a:endParaRPr>
          </a:p>
        </p:txBody>
      </p:sp>
      <p:sp>
        <p:nvSpPr>
          <p:cNvPr id="66" name="ZoneTexte 39"/>
          <p:cNvSpPr/>
          <p:nvPr/>
        </p:nvSpPr>
        <p:spPr>
          <a:xfrm>
            <a:off x="6490440" y="3391920"/>
            <a:ext cx="6203880" cy="1906920"/>
          </a:xfrm>
          <a:prstGeom prst="rect">
            <a:avLst/>
          </a:prstGeom>
          <a:solidFill>
            <a:srgbClr val="ffffff"/>
          </a:solidFill>
          <a:ln>
            <a:solidFill>
              <a:srgbClr val="029dff"/>
            </a:solidFill>
          </a:ln>
        </p:spPr>
        <p:style>
          <a:lnRef idx="2">
            <a:schemeClr val="accent2"/>
          </a:lnRef>
          <a:fillRef idx="1">
            <a:schemeClr val="lt1"/>
          </a:fillRef>
          <a:effectRef idx="0">
            <a:schemeClr val="accent2"/>
          </a:effectRef>
          <a:fontRef idx="minor"/>
        </p:style>
        <p:txBody>
          <a:bodyPr lIns="90000" rIns="90000" tIns="45000" bIns="45000" anchor="t">
            <a:noAutofit/>
          </a:bodyPr>
          <a:p>
            <a:pPr defTabSz="457200">
              <a:lnSpc>
                <a:spcPct val="100000"/>
              </a:lnSpc>
            </a:pPr>
            <a:r>
              <a:rPr b="1" lang="en-US" sz="1400" strike="noStrike" u="none">
                <a:solidFill>
                  <a:schemeClr val="dk1"/>
                </a:solidFill>
                <a:effectLst/>
                <a:uFillTx/>
                <a:latin typeface="Arial"/>
              </a:rPr>
              <a:t>Characteristics:</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i="1" lang="en-US" sz="1400" strike="noStrike" u="none">
                <a:solidFill>
                  <a:schemeClr val="dk1"/>
                </a:solidFill>
                <a:effectLst/>
                <a:uFillTx/>
                <a:latin typeface="Arial"/>
              </a:rPr>
              <a:t>Philosophy</a:t>
            </a:r>
            <a:r>
              <a:rPr b="0" lang="en-US" sz="1400" strike="noStrike" u="none">
                <a:solidFill>
                  <a:schemeClr val="dk1"/>
                </a:solidFill>
                <a:effectLst/>
                <a:uFillTx/>
                <a:latin typeface="Arial"/>
              </a:rPr>
              <a:t>: positivism</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i="1" lang="en-US" sz="1400" strike="noStrike" u="none">
                <a:solidFill>
                  <a:schemeClr val="dk1"/>
                </a:solidFill>
                <a:effectLst/>
                <a:uFillTx/>
                <a:latin typeface="Arial"/>
              </a:rPr>
              <a:t>Approach</a:t>
            </a:r>
            <a:r>
              <a:rPr b="0" lang="en-US" sz="1400" strike="noStrike" u="none">
                <a:solidFill>
                  <a:schemeClr val="dk1"/>
                </a:solidFill>
                <a:effectLst/>
                <a:uFillTx/>
                <a:latin typeface="Arial"/>
              </a:rPr>
              <a:t>: deductive </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i="1" lang="en-US" sz="1400" strike="noStrike" u="none">
                <a:solidFill>
                  <a:schemeClr val="dk1"/>
                </a:solidFill>
                <a:effectLst/>
                <a:uFillTx/>
                <a:latin typeface="Arial"/>
              </a:rPr>
              <a:t>Choice</a:t>
            </a:r>
            <a:r>
              <a:rPr b="0" lang="en-US" sz="1400" strike="noStrike" u="none">
                <a:solidFill>
                  <a:schemeClr val="dk1"/>
                </a:solidFill>
                <a:effectLst/>
                <a:uFillTx/>
                <a:latin typeface="Arial"/>
              </a:rPr>
              <a:t>: mono-method (quantitative benchmarking evaluation)</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i="1" lang="en-US" sz="1400" strike="noStrike" u="none">
                <a:solidFill>
                  <a:schemeClr val="dk1"/>
                </a:solidFill>
                <a:effectLst/>
                <a:uFillTx/>
                <a:latin typeface="Arial"/>
              </a:rPr>
              <a:t>Time horizon</a:t>
            </a:r>
            <a:r>
              <a:rPr b="0" lang="en-US" sz="1400" strike="noStrike" u="none">
                <a:solidFill>
                  <a:schemeClr val="dk1"/>
                </a:solidFill>
                <a:effectLst/>
                <a:uFillTx/>
                <a:latin typeface="Arial"/>
              </a:rPr>
              <a:t>: cross-sectional</a:t>
            </a:r>
            <a:endParaRPr b="0" lang="en-US" sz="1400" strike="noStrike" u="none">
              <a:solidFill>
                <a:srgbClr val="000000"/>
              </a:solidFill>
              <a:effectLst/>
              <a:uFillTx/>
              <a:latin typeface="Arial"/>
            </a:endParaRPr>
          </a:p>
          <a:p>
            <a:pPr marL="285840" indent="-285840" defTabSz="457200">
              <a:lnSpc>
                <a:spcPct val="100000"/>
              </a:lnSpc>
              <a:buClr>
                <a:srgbClr val="000000"/>
              </a:buClr>
              <a:buFont typeface="Arial"/>
              <a:buChar char="•"/>
            </a:pPr>
            <a:r>
              <a:rPr b="0" i="1" lang="en-US" sz="1400" strike="noStrike" u="none">
                <a:solidFill>
                  <a:schemeClr val="dk1"/>
                </a:solidFill>
                <a:effectLst/>
                <a:uFillTx/>
                <a:latin typeface="Arial"/>
              </a:rPr>
              <a:t>Techniques and procedures</a:t>
            </a:r>
            <a:r>
              <a:rPr b="0" lang="en-US" sz="1400" strike="noStrike" u="none">
                <a:solidFill>
                  <a:schemeClr val="dk1"/>
                </a:solidFill>
                <a:effectLst/>
                <a:uFillTx/>
                <a:latin typeface="Arial"/>
              </a:rPr>
              <a:t>: automated benchmark execution on Kubernetes clusters, measurement of resource demand functions, comparison of scalability across engines and deployment options.</a:t>
            </a:r>
            <a:endParaRPr b="0" lang="en-US" sz="1400" strike="noStrike" u="none">
              <a:solidFill>
                <a:srgbClr val="000000"/>
              </a:solidFill>
              <a:effectLst/>
              <a:uFillTx/>
              <a:latin typeface="Arial"/>
            </a:endParaRPr>
          </a:p>
        </p:txBody>
      </p:sp>
      <p:pic>
        <p:nvPicPr>
          <p:cNvPr id="67" name="" descr=""/>
          <p:cNvPicPr/>
          <p:nvPr/>
        </p:nvPicPr>
        <p:blipFill>
          <a:blip r:embed="rId3"/>
          <a:stretch/>
        </p:blipFill>
        <p:spPr>
          <a:xfrm>
            <a:off x="685800" y="5715000"/>
            <a:ext cx="7148160" cy="37789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307</TotalTime>
  <Application>LibreOffice/25.2.3.2$Linux_X86_64 LibreOffice_project/520$Build-2</Application>
  <AppVersion>15.0000</AppVersion>
  <Words>505</Words>
  <Paragraphs>25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2026-02-16T09:07:55Z</dcterms:created>
  <dc:creator>Xavier Devroey</dc:creator>
  <dc:description/>
  <dc:language>en-US</dc:language>
  <cp:lastModifiedBy/>
  <cp:lastPrinted>2026-04-11T12:40:20Z</cp:lastPrinted>
  <dcterms:modified xsi:type="dcterms:W3CDTF">2026-04-11T13:12:05Z</dcterms:modified>
  <cp:revision>26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A3 (297 x 420 mm)</vt:lpwstr>
  </property>
  <property fmtid="{D5CDD505-2E9C-101B-9397-08002B2CF9AE}" pid="3" name="Slides">
    <vt:i4>1</vt:i4>
  </property>
</Properties>
</file>